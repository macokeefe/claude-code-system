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0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9" r:id="rId2"/>
    <p:sldId id="324" r:id="rId3"/>
    <p:sldId id="332" r:id="rId4"/>
    <p:sldId id="313" r:id="rId5"/>
    <p:sldId id="321" r:id="rId6"/>
    <p:sldId id="322" r:id="rId7"/>
    <p:sldId id="319" r:id="rId8"/>
    <p:sldId id="326" r:id="rId9"/>
    <p:sldId id="327" r:id="rId10"/>
    <p:sldId id="328" r:id="rId11"/>
    <p:sldId id="330" r:id="rId12"/>
    <p:sldId id="331" r:id="rId13"/>
    <p:sldId id="32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541C2A-C238-4130-A5F8-DE060136796C}" v="11" dt="2026-06-26T15:02:29.7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54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5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c O'Keefe" userId="2a7bc0a1-2ae2-4ffe-b80e-748d21910022" providerId="ADAL" clId="{AD7E140E-4D73-4811-AB78-76B947BFF4A9}"/>
    <pc:docChg chg="undo custSel addSld modSld sldOrd">
      <pc:chgData name="Mac O'Keefe" userId="2a7bc0a1-2ae2-4ffe-b80e-748d21910022" providerId="ADAL" clId="{AD7E140E-4D73-4811-AB78-76B947BFF4A9}" dt="2026-06-26T15:19:19.906" v="1786" actId="14100"/>
      <pc:docMkLst>
        <pc:docMk/>
      </pc:docMkLst>
      <pc:sldChg chg="modSp mod">
        <pc:chgData name="Mac O'Keefe" userId="2a7bc0a1-2ae2-4ffe-b80e-748d21910022" providerId="ADAL" clId="{AD7E140E-4D73-4811-AB78-76B947BFF4A9}" dt="2026-06-25T20:53:06.875" v="26" actId="1076"/>
        <pc:sldMkLst>
          <pc:docMk/>
          <pc:sldMk cId="1061378831" sldId="309"/>
        </pc:sldMkLst>
        <pc:spChg chg="mod">
          <ac:chgData name="Mac O'Keefe" userId="2a7bc0a1-2ae2-4ffe-b80e-748d21910022" providerId="ADAL" clId="{AD7E140E-4D73-4811-AB78-76B947BFF4A9}" dt="2026-06-25T20:53:01.231" v="24" actId="122"/>
          <ac:spMkLst>
            <pc:docMk/>
            <pc:sldMk cId="1061378831" sldId="309"/>
            <ac:spMk id="2" creationId="{A958C759-B4D3-1D90-C69F-F9AF52F8E206}"/>
          </ac:spMkLst>
        </pc:spChg>
        <pc:spChg chg="mod">
          <ac:chgData name="Mac O'Keefe" userId="2a7bc0a1-2ae2-4ffe-b80e-748d21910022" providerId="ADAL" clId="{AD7E140E-4D73-4811-AB78-76B947BFF4A9}" dt="2026-06-25T20:53:06.875" v="26" actId="1076"/>
          <ac:spMkLst>
            <pc:docMk/>
            <pc:sldMk cId="1061378831" sldId="309"/>
            <ac:spMk id="3" creationId="{7764F3D6-6317-85ED-5F90-EDE4B30CCE7A}"/>
          </ac:spMkLst>
        </pc:spChg>
      </pc:sldChg>
      <pc:sldChg chg="modSp mod">
        <pc:chgData name="Mac O'Keefe" userId="2a7bc0a1-2ae2-4ffe-b80e-748d21910022" providerId="ADAL" clId="{AD7E140E-4D73-4811-AB78-76B947BFF4A9}" dt="2026-06-26T14:51:12.400" v="832" actId="20577"/>
        <pc:sldMkLst>
          <pc:docMk/>
          <pc:sldMk cId="1834426848" sldId="313"/>
        </pc:sldMkLst>
        <pc:spChg chg="mod">
          <ac:chgData name="Mac O'Keefe" userId="2a7bc0a1-2ae2-4ffe-b80e-748d21910022" providerId="ADAL" clId="{AD7E140E-4D73-4811-AB78-76B947BFF4A9}" dt="2026-06-26T14:51:12.400" v="832" actId="20577"/>
          <ac:spMkLst>
            <pc:docMk/>
            <pc:sldMk cId="1834426848" sldId="313"/>
            <ac:spMk id="3" creationId="{0C309034-701E-75E5-9BB2-7BA8BB756C60}"/>
          </ac:spMkLst>
        </pc:spChg>
      </pc:sldChg>
      <pc:sldChg chg="delSp modSp mod ord">
        <pc:chgData name="Mac O'Keefe" userId="2a7bc0a1-2ae2-4ffe-b80e-748d21910022" providerId="ADAL" clId="{AD7E140E-4D73-4811-AB78-76B947BFF4A9}" dt="2026-06-26T15:19:19.906" v="1786" actId="14100"/>
        <pc:sldMkLst>
          <pc:docMk/>
          <pc:sldMk cId="0" sldId="319"/>
        </pc:sldMkLst>
        <pc:spChg chg="mod">
          <ac:chgData name="Mac O'Keefe" userId="2a7bc0a1-2ae2-4ffe-b80e-748d21910022" providerId="ADAL" clId="{AD7E140E-4D73-4811-AB78-76B947BFF4A9}" dt="2026-06-26T15:11:20.293" v="1082" actId="20577"/>
          <ac:spMkLst>
            <pc:docMk/>
            <pc:sldMk cId="0" sldId="319"/>
            <ac:spMk id="2" creationId="{00000000-0000-0000-0000-000000000000}"/>
          </ac:spMkLst>
        </pc:spChg>
        <pc:spChg chg="mod">
          <ac:chgData name="Mac O'Keefe" userId="2a7bc0a1-2ae2-4ffe-b80e-748d21910022" providerId="ADAL" clId="{AD7E140E-4D73-4811-AB78-76B947BFF4A9}" dt="2026-06-26T15:11:26.543" v="1083" actId="1076"/>
          <ac:spMkLst>
            <pc:docMk/>
            <pc:sldMk cId="0" sldId="319"/>
            <ac:spMk id="3" creationId="{00000000-0000-0000-0000-000000000000}"/>
          </ac:spMkLst>
        </pc:spChg>
        <pc:spChg chg="mod">
          <ac:chgData name="Mac O'Keefe" userId="2a7bc0a1-2ae2-4ffe-b80e-748d21910022" providerId="ADAL" clId="{AD7E140E-4D73-4811-AB78-76B947BFF4A9}" dt="2026-06-26T15:17:20.780" v="1580" actId="14100"/>
          <ac:spMkLst>
            <pc:docMk/>
            <pc:sldMk cId="0" sldId="319"/>
            <ac:spMk id="5" creationId="{00000000-0000-0000-0000-000000000000}"/>
          </ac:spMkLst>
        </pc:spChg>
        <pc:spChg chg="mod">
          <ac:chgData name="Mac O'Keefe" userId="2a7bc0a1-2ae2-4ffe-b80e-748d21910022" providerId="ADAL" clId="{AD7E140E-4D73-4811-AB78-76B947BFF4A9}" dt="2026-06-26T15:19:19.906" v="1786" actId="14100"/>
          <ac:spMkLst>
            <pc:docMk/>
            <pc:sldMk cId="0" sldId="319"/>
            <ac:spMk id="6" creationId="{00000000-0000-0000-0000-000000000000}"/>
          </ac:spMkLst>
        </pc:spChg>
        <pc:spChg chg="mod">
          <ac:chgData name="Mac O'Keefe" userId="2a7bc0a1-2ae2-4ffe-b80e-748d21910022" providerId="ADAL" clId="{AD7E140E-4D73-4811-AB78-76B947BFF4A9}" dt="2026-06-26T15:19:15.340" v="1785" actId="313"/>
          <ac:spMkLst>
            <pc:docMk/>
            <pc:sldMk cId="0" sldId="319"/>
            <ac:spMk id="7" creationId="{00000000-0000-0000-0000-000000000000}"/>
          </ac:spMkLst>
        </pc:spChg>
        <pc:spChg chg="del mod">
          <ac:chgData name="Mac O'Keefe" userId="2a7bc0a1-2ae2-4ffe-b80e-748d21910022" providerId="ADAL" clId="{AD7E140E-4D73-4811-AB78-76B947BFF4A9}" dt="2026-06-26T13:41:34.366" v="40"/>
          <ac:spMkLst>
            <pc:docMk/>
            <pc:sldMk cId="0" sldId="319"/>
            <ac:spMk id="8" creationId="{00000000-0000-0000-0000-000000000000}"/>
          </ac:spMkLst>
        </pc:spChg>
        <pc:graphicFrameChg chg="modGraphic">
          <ac:chgData name="Mac O'Keefe" userId="2a7bc0a1-2ae2-4ffe-b80e-748d21910022" providerId="ADAL" clId="{AD7E140E-4D73-4811-AB78-76B947BFF4A9}" dt="2026-06-26T15:11:49.754" v="1085" actId="14734"/>
          <ac:graphicFrameMkLst>
            <pc:docMk/>
            <pc:sldMk cId="0" sldId="319"/>
            <ac:graphicFrameMk id="4" creationId="{00000000-0000-0000-0000-000000000000}"/>
          </ac:graphicFrameMkLst>
        </pc:graphicFrameChg>
      </pc:sldChg>
      <pc:sldChg chg="modSp mod">
        <pc:chgData name="Mac O'Keefe" userId="2a7bc0a1-2ae2-4ffe-b80e-748d21910022" providerId="ADAL" clId="{AD7E140E-4D73-4811-AB78-76B947BFF4A9}" dt="2026-06-26T15:10:11.476" v="1047" actId="20577"/>
        <pc:sldMkLst>
          <pc:docMk/>
          <pc:sldMk cId="2873092055" sldId="321"/>
        </pc:sldMkLst>
        <pc:spChg chg="mod">
          <ac:chgData name="Mac O'Keefe" userId="2a7bc0a1-2ae2-4ffe-b80e-748d21910022" providerId="ADAL" clId="{AD7E140E-4D73-4811-AB78-76B947BFF4A9}" dt="2026-06-26T15:10:11.476" v="1047" actId="20577"/>
          <ac:spMkLst>
            <pc:docMk/>
            <pc:sldMk cId="2873092055" sldId="321"/>
            <ac:spMk id="8" creationId="{80EA6FA5-66E3-EEAD-E092-E4A55E303B4D}"/>
          </ac:spMkLst>
        </pc:spChg>
      </pc:sldChg>
      <pc:sldChg chg="modSp mod">
        <pc:chgData name="Mac O'Keefe" userId="2a7bc0a1-2ae2-4ffe-b80e-748d21910022" providerId="ADAL" clId="{AD7E140E-4D73-4811-AB78-76B947BFF4A9}" dt="2026-06-26T15:07:11.118" v="963" actId="732"/>
        <pc:sldMkLst>
          <pc:docMk/>
          <pc:sldMk cId="3019856636" sldId="322"/>
        </pc:sldMkLst>
        <pc:spChg chg="mod">
          <ac:chgData name="Mac O'Keefe" userId="2a7bc0a1-2ae2-4ffe-b80e-748d21910022" providerId="ADAL" clId="{AD7E140E-4D73-4811-AB78-76B947BFF4A9}" dt="2026-06-25T17:48:01.721" v="1" actId="20577"/>
          <ac:spMkLst>
            <pc:docMk/>
            <pc:sldMk cId="3019856636" sldId="322"/>
            <ac:spMk id="2" creationId="{2764BBD6-317F-7571-308B-BDCBC58CD18A}"/>
          </ac:spMkLst>
        </pc:spChg>
        <pc:spChg chg="mod">
          <ac:chgData name="Mac O'Keefe" userId="2a7bc0a1-2ae2-4ffe-b80e-748d21910022" providerId="ADAL" clId="{AD7E140E-4D73-4811-AB78-76B947BFF4A9}" dt="2026-06-25T17:48:13.483" v="3" actId="20577"/>
          <ac:spMkLst>
            <pc:docMk/>
            <pc:sldMk cId="3019856636" sldId="322"/>
            <ac:spMk id="8" creationId="{AF33A5F5-A5B4-5D94-E776-3E1A618C5595}"/>
          </ac:spMkLst>
        </pc:spChg>
        <pc:picChg chg="mod modCrop">
          <ac:chgData name="Mac O'Keefe" userId="2a7bc0a1-2ae2-4ffe-b80e-748d21910022" providerId="ADAL" clId="{AD7E140E-4D73-4811-AB78-76B947BFF4A9}" dt="2026-06-26T15:07:11.118" v="963" actId="732"/>
          <ac:picMkLst>
            <pc:docMk/>
            <pc:sldMk cId="3019856636" sldId="322"/>
            <ac:picMk id="10" creationId="{73077096-1A28-D4E8-DA0C-8A588AC04373}"/>
          </ac:picMkLst>
        </pc:picChg>
      </pc:sldChg>
      <pc:sldChg chg="modSp mod">
        <pc:chgData name="Mac O'Keefe" userId="2a7bc0a1-2ae2-4ffe-b80e-748d21910022" providerId="ADAL" clId="{AD7E140E-4D73-4811-AB78-76B947BFF4A9}" dt="2026-06-26T14:49:54.031" v="633" actId="20577"/>
        <pc:sldMkLst>
          <pc:docMk/>
          <pc:sldMk cId="0" sldId="324"/>
        </pc:sldMkLst>
        <pc:spChg chg="mod">
          <ac:chgData name="Mac O'Keefe" userId="2a7bc0a1-2ae2-4ffe-b80e-748d21910022" providerId="ADAL" clId="{AD7E140E-4D73-4811-AB78-76B947BFF4A9}" dt="2026-06-26T14:49:54.031" v="633" actId="20577"/>
          <ac:spMkLst>
            <pc:docMk/>
            <pc:sldMk cId="0" sldId="324"/>
            <ac:spMk id="3" creationId="{00000000-0000-0000-0000-000000000000}"/>
          </ac:spMkLst>
        </pc:spChg>
      </pc:sldChg>
      <pc:sldChg chg="modSp mod">
        <pc:chgData name="Mac O'Keefe" userId="2a7bc0a1-2ae2-4ffe-b80e-748d21910022" providerId="ADAL" clId="{AD7E140E-4D73-4811-AB78-76B947BFF4A9}" dt="2026-06-26T15:10:46.115" v="1059" actId="20577"/>
        <pc:sldMkLst>
          <pc:docMk/>
          <pc:sldMk cId="0" sldId="326"/>
        </pc:sldMkLst>
        <pc:spChg chg="mod">
          <ac:chgData name="Mac O'Keefe" userId="2a7bc0a1-2ae2-4ffe-b80e-748d21910022" providerId="ADAL" clId="{AD7E140E-4D73-4811-AB78-76B947BFF4A9}" dt="2026-06-26T15:10:46.115" v="1059" actId="20577"/>
          <ac:spMkLst>
            <pc:docMk/>
            <pc:sldMk cId="0" sldId="326"/>
            <ac:spMk id="2" creationId="{00000000-0000-0000-0000-000000000000}"/>
          </ac:spMkLst>
        </pc:spChg>
        <pc:spChg chg="mod">
          <ac:chgData name="Mac O'Keefe" userId="2a7bc0a1-2ae2-4ffe-b80e-748d21910022" providerId="ADAL" clId="{AD7E140E-4D73-4811-AB78-76B947BFF4A9}" dt="2026-06-26T15:09:42.679" v="1033" actId="5793"/>
          <ac:spMkLst>
            <pc:docMk/>
            <pc:sldMk cId="0" sldId="326"/>
            <ac:spMk id="3" creationId="{00000000-0000-0000-0000-000000000000}"/>
          </ac:spMkLst>
        </pc:spChg>
      </pc:sldChg>
      <pc:sldChg chg="addSp modSp mod">
        <pc:chgData name="Mac O'Keefe" userId="2a7bc0a1-2ae2-4ffe-b80e-748d21910022" providerId="ADAL" clId="{AD7E140E-4D73-4811-AB78-76B947BFF4A9}" dt="2026-06-26T15:10:49.693" v="1062" actId="20577"/>
        <pc:sldMkLst>
          <pc:docMk/>
          <pc:sldMk cId="0" sldId="327"/>
        </pc:sldMkLst>
        <pc:spChg chg="mod">
          <ac:chgData name="Mac O'Keefe" userId="2a7bc0a1-2ae2-4ffe-b80e-748d21910022" providerId="ADAL" clId="{AD7E140E-4D73-4811-AB78-76B947BFF4A9}" dt="2026-06-26T15:10:49.693" v="1062" actId="20577"/>
          <ac:spMkLst>
            <pc:docMk/>
            <pc:sldMk cId="0" sldId="327"/>
            <ac:spMk id="2" creationId="{00000000-0000-0000-0000-000000000000}"/>
          </ac:spMkLst>
        </pc:spChg>
        <pc:spChg chg="mod">
          <ac:chgData name="Mac O'Keefe" userId="2a7bc0a1-2ae2-4ffe-b80e-748d21910022" providerId="ADAL" clId="{AD7E140E-4D73-4811-AB78-76B947BFF4A9}" dt="2026-06-26T15:08:21.604" v="1017" actId="20577"/>
          <ac:spMkLst>
            <pc:docMk/>
            <pc:sldMk cId="0" sldId="327"/>
            <ac:spMk id="3" creationId="{00000000-0000-0000-0000-000000000000}"/>
          </ac:spMkLst>
        </pc:spChg>
        <pc:picChg chg="mod">
          <ac:chgData name="Mac O'Keefe" userId="2a7bc0a1-2ae2-4ffe-b80e-748d21910022" providerId="ADAL" clId="{AD7E140E-4D73-4811-AB78-76B947BFF4A9}" dt="2026-06-26T15:07:56.133" v="981" actId="1076"/>
          <ac:picMkLst>
            <pc:docMk/>
            <pc:sldMk cId="0" sldId="327"/>
            <ac:picMk id="5" creationId="{F26864D3-2A00-1C48-422E-4697A6FA88DF}"/>
          </ac:picMkLst>
        </pc:picChg>
        <pc:picChg chg="add mod modCrop">
          <ac:chgData name="Mac O'Keefe" userId="2a7bc0a1-2ae2-4ffe-b80e-748d21910022" providerId="ADAL" clId="{AD7E140E-4D73-4811-AB78-76B947BFF4A9}" dt="2026-06-26T15:08:02.198" v="985" actId="1076"/>
          <ac:picMkLst>
            <pc:docMk/>
            <pc:sldMk cId="0" sldId="327"/>
            <ac:picMk id="6" creationId="{BCD3D78D-A03C-2396-200F-10C67F05950F}"/>
          </ac:picMkLst>
        </pc:picChg>
        <pc:picChg chg="mod">
          <ac:chgData name="Mac O'Keefe" userId="2a7bc0a1-2ae2-4ffe-b80e-748d21910022" providerId="ADAL" clId="{AD7E140E-4D73-4811-AB78-76B947BFF4A9}" dt="2026-06-26T15:08:03.165" v="986" actId="1076"/>
          <ac:picMkLst>
            <pc:docMk/>
            <pc:sldMk cId="0" sldId="327"/>
            <ac:picMk id="7" creationId="{33C2E3E4-9A4B-E68A-4984-7A1F11A2644E}"/>
          </ac:picMkLst>
        </pc:picChg>
      </pc:sldChg>
      <pc:sldChg chg="addSp delSp modSp mod">
        <pc:chgData name="Mac O'Keefe" userId="2a7bc0a1-2ae2-4ffe-b80e-748d21910022" providerId="ADAL" clId="{AD7E140E-4D73-4811-AB78-76B947BFF4A9}" dt="2026-06-26T15:10:56.600" v="1067" actId="20577"/>
        <pc:sldMkLst>
          <pc:docMk/>
          <pc:sldMk cId="0" sldId="328"/>
        </pc:sldMkLst>
        <pc:spChg chg="mod">
          <ac:chgData name="Mac O'Keefe" userId="2a7bc0a1-2ae2-4ffe-b80e-748d21910022" providerId="ADAL" clId="{AD7E140E-4D73-4811-AB78-76B947BFF4A9}" dt="2026-06-26T15:10:56.600" v="1067" actId="20577"/>
          <ac:spMkLst>
            <pc:docMk/>
            <pc:sldMk cId="0" sldId="328"/>
            <ac:spMk id="2" creationId="{00000000-0000-0000-0000-000000000000}"/>
          </ac:spMkLst>
        </pc:spChg>
        <pc:spChg chg="mod">
          <ac:chgData name="Mac O'Keefe" userId="2a7bc0a1-2ae2-4ffe-b80e-748d21910022" providerId="ADAL" clId="{AD7E140E-4D73-4811-AB78-76B947BFF4A9}" dt="2026-06-26T15:05:47.319" v="888" actId="33524"/>
          <ac:spMkLst>
            <pc:docMk/>
            <pc:sldMk cId="0" sldId="328"/>
            <ac:spMk id="3" creationId="{00000000-0000-0000-0000-000000000000}"/>
          </ac:spMkLst>
        </pc:spChg>
        <pc:picChg chg="add del mod">
          <ac:chgData name="Mac O'Keefe" userId="2a7bc0a1-2ae2-4ffe-b80e-748d21910022" providerId="ADAL" clId="{AD7E140E-4D73-4811-AB78-76B947BFF4A9}" dt="2026-06-26T13:48:54.796" v="230" actId="21"/>
          <ac:picMkLst>
            <pc:docMk/>
            <pc:sldMk cId="0" sldId="328"/>
            <ac:picMk id="4" creationId="{7AC7358B-88F0-8FEE-BE9C-789E8FAAA3B8}"/>
          </ac:picMkLst>
        </pc:picChg>
        <pc:picChg chg="add mod">
          <ac:chgData name="Mac O'Keefe" userId="2a7bc0a1-2ae2-4ffe-b80e-748d21910022" providerId="ADAL" clId="{AD7E140E-4D73-4811-AB78-76B947BFF4A9}" dt="2026-06-26T13:53:48.210" v="240" actId="1076"/>
          <ac:picMkLst>
            <pc:docMk/>
            <pc:sldMk cId="0" sldId="328"/>
            <ac:picMk id="5" creationId="{B615F578-8EE3-D68C-9336-23CBAD9081BC}"/>
          </ac:picMkLst>
        </pc:picChg>
        <pc:picChg chg="add mod">
          <ac:chgData name="Mac O'Keefe" userId="2a7bc0a1-2ae2-4ffe-b80e-748d21910022" providerId="ADAL" clId="{AD7E140E-4D73-4811-AB78-76B947BFF4A9}" dt="2026-06-26T13:53:50.513" v="241" actId="14100"/>
          <ac:picMkLst>
            <pc:docMk/>
            <pc:sldMk cId="0" sldId="328"/>
            <ac:picMk id="7" creationId="{B37B0C9C-8ABC-A58F-3BBD-1097EEA8511C}"/>
          </ac:picMkLst>
        </pc:picChg>
      </pc:sldChg>
      <pc:sldChg chg="modSp mod">
        <pc:chgData name="Mac O'Keefe" userId="2a7bc0a1-2ae2-4ffe-b80e-748d21910022" providerId="ADAL" clId="{AD7E140E-4D73-4811-AB78-76B947BFF4A9}" dt="2026-06-26T15:05:39.086" v="887" actId="20577"/>
        <pc:sldMkLst>
          <pc:docMk/>
          <pc:sldMk cId="0" sldId="330"/>
        </pc:sldMkLst>
        <pc:spChg chg="mod">
          <ac:chgData name="Mac O'Keefe" userId="2a7bc0a1-2ae2-4ffe-b80e-748d21910022" providerId="ADAL" clId="{AD7E140E-4D73-4811-AB78-76B947BFF4A9}" dt="2026-06-26T14:21:17.308" v="396" actId="1076"/>
          <ac:spMkLst>
            <pc:docMk/>
            <pc:sldMk cId="0" sldId="330"/>
            <ac:spMk id="2" creationId="{00000000-0000-0000-0000-000000000000}"/>
          </ac:spMkLst>
        </pc:spChg>
        <pc:spChg chg="mod">
          <ac:chgData name="Mac O'Keefe" userId="2a7bc0a1-2ae2-4ffe-b80e-748d21910022" providerId="ADAL" clId="{AD7E140E-4D73-4811-AB78-76B947BFF4A9}" dt="2026-06-26T15:05:39.086" v="887" actId="20577"/>
          <ac:spMkLst>
            <pc:docMk/>
            <pc:sldMk cId="0" sldId="330"/>
            <ac:spMk id="3" creationId="{00000000-0000-0000-0000-000000000000}"/>
          </ac:spMkLst>
        </pc:spChg>
      </pc:sldChg>
      <pc:sldChg chg="addSp delSp modSp new mod modClrScheme chgLayout">
        <pc:chgData name="Mac O'Keefe" userId="2a7bc0a1-2ae2-4ffe-b80e-748d21910022" providerId="ADAL" clId="{AD7E140E-4D73-4811-AB78-76B947BFF4A9}" dt="2026-06-26T14:18:18.214" v="315" actId="1076"/>
        <pc:sldMkLst>
          <pc:docMk/>
          <pc:sldMk cId="356355122" sldId="331"/>
        </pc:sldMkLst>
        <pc:spChg chg="mod">
          <ac:chgData name="Mac O'Keefe" userId="2a7bc0a1-2ae2-4ffe-b80e-748d21910022" providerId="ADAL" clId="{AD7E140E-4D73-4811-AB78-76B947BFF4A9}" dt="2026-06-26T14:18:18.214" v="315" actId="1076"/>
          <ac:spMkLst>
            <pc:docMk/>
            <pc:sldMk cId="356355122" sldId="331"/>
            <ac:spMk id="2" creationId="{AFFC51EE-4404-F777-7B7C-FE974F9CF064}"/>
          </ac:spMkLst>
        </pc:spChg>
        <pc:spChg chg="del">
          <ac:chgData name="Mac O'Keefe" userId="2a7bc0a1-2ae2-4ffe-b80e-748d21910022" providerId="ADAL" clId="{AD7E140E-4D73-4811-AB78-76B947BFF4A9}" dt="2026-06-26T14:17:26.581" v="259" actId="26606"/>
          <ac:spMkLst>
            <pc:docMk/>
            <pc:sldMk cId="356355122" sldId="331"/>
            <ac:spMk id="3" creationId="{076E6D03-DEBD-E4DA-A5E5-9024D9D63862}"/>
          </ac:spMkLst>
        </pc:spChg>
        <pc:picChg chg="add mod">
          <ac:chgData name="Mac O'Keefe" userId="2a7bc0a1-2ae2-4ffe-b80e-748d21910022" providerId="ADAL" clId="{AD7E140E-4D73-4811-AB78-76B947BFF4A9}" dt="2026-06-26T14:18:16.312" v="314" actId="1076"/>
          <ac:picMkLst>
            <pc:docMk/>
            <pc:sldMk cId="356355122" sldId="331"/>
            <ac:picMk id="5" creationId="{22CB8BA1-FA42-AD51-C9FF-DA3F76CF313F}"/>
          </ac:picMkLst>
        </pc:picChg>
      </pc:sldChg>
      <pc:sldChg chg="modSp new mod">
        <pc:chgData name="Mac O'Keefe" userId="2a7bc0a1-2ae2-4ffe-b80e-748d21910022" providerId="ADAL" clId="{AD7E140E-4D73-4811-AB78-76B947BFF4A9}" dt="2026-06-26T15:02:53.257" v="883" actId="33524"/>
        <pc:sldMkLst>
          <pc:docMk/>
          <pc:sldMk cId="1417742777" sldId="332"/>
        </pc:sldMkLst>
        <pc:spChg chg="mod">
          <ac:chgData name="Mac O'Keefe" userId="2a7bc0a1-2ae2-4ffe-b80e-748d21910022" providerId="ADAL" clId="{AD7E140E-4D73-4811-AB78-76B947BFF4A9}" dt="2026-06-26T14:18:42.513" v="352" actId="27636"/>
          <ac:spMkLst>
            <pc:docMk/>
            <pc:sldMk cId="1417742777" sldId="332"/>
            <ac:spMk id="2" creationId="{6DC286DB-EDE1-DEC7-DC0D-763C524AD9E4}"/>
          </ac:spMkLst>
        </pc:spChg>
        <pc:spChg chg="mod">
          <ac:chgData name="Mac O'Keefe" userId="2a7bc0a1-2ae2-4ffe-b80e-748d21910022" providerId="ADAL" clId="{AD7E140E-4D73-4811-AB78-76B947BFF4A9}" dt="2026-06-26T15:02:53.257" v="883" actId="33524"/>
          <ac:spMkLst>
            <pc:docMk/>
            <pc:sldMk cId="1417742777" sldId="332"/>
            <ac:spMk id="3" creationId="{909D4850-7F7A-6C0D-1D28-822BCCDADAA3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84016-FA22-CE01-304D-2051236199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3BCAAE-BB82-2C0F-CEE9-B7B100A8A1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60C4B-5C56-E230-E8A7-624861562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E40D-2C1B-63E7-C711-E7F27B383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1557C-ECD5-70A9-8826-AA6161319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0047913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FE8D6-6C57-5E89-D11A-856FC81E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2A28A-8A97-B097-FC80-D94EFCDC5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87E99-B1ED-FBED-7DB9-5AECD140A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4A557-8CAE-8991-D049-C5A8107E1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3D8FE1-7D73-1D5D-C37F-5FA3ACFF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6812788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3F98E-86E8-B4CA-C67A-359898FE9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B846D-6E2D-9D67-F14C-87243D40C4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76273-861A-E991-DA43-00636DA51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9DDB5-189D-A384-CEA4-3BD2BA825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C518A-B614-37FC-863E-A4843941C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7841970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093D3-A21F-3795-4566-5D351DE4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D4A3D-A546-27E1-8030-5E5511CB42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F968B-DFC4-9A85-900E-43FB3F9C6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9DB4C4-FFB1-07A9-CC89-B02CB5677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97C89-85E6-6316-0BDC-4542B390D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7B84AB-19EB-70CE-A097-DAECFE1CC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0262882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3E112-ADBA-3517-FF11-868BC8EE4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D7EAD4-974A-76BC-3163-529340851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3D12D6-2A4E-2FD0-FE8E-9B7DEF31B8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886737-7439-0832-B8ED-E20F470F60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978ECE-7188-355B-35B3-7321354A54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E8C464-8094-ECAE-B5A4-29E14DCDE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3F2A86-75F6-0AB6-9F38-10FC77142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94D414-08FD-7A10-5ECA-49D369161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0483548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35675-F986-CBE3-604B-5772B38F1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E4B1F-5FD6-E9E1-D355-03B0C70BA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6E80BB-035C-49B4-670B-7F35BBD7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644A98-853F-3FC3-47AB-34ADFDEDE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0448814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F3853-2C7E-32B2-25F7-26F0BDBC4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A63404-5708-0A7C-B9FD-6E85D4291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F9AC7D-1B1D-4979-1D96-B699949EB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7705697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1E7D2-F4EF-147F-BF14-01F89B936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D0032-67E7-C3C0-2F14-109860280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C597C6-C86C-2893-AC12-844B7E5270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471BFA-7825-8949-5978-F1F68F40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848390-9B2D-A30F-F51F-2D3F471F1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84EBED-9A4F-9CF4-A4C5-2F3C6FEE5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297727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25C2F-B0FD-9959-27A1-CAE27EC66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7D0B4-4F5E-CD30-FCD7-8214E91048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A3101F-51CD-DCE5-690D-8BF194456E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B76A0D-E8AC-0D78-A202-723D55CF9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B6365-7D40-6630-6E49-57D1C1D2C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45A28-922C-3C00-C508-291CAF2D8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707985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DE358-9C7B-26CE-682E-3BA95C7A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C503E2-3892-EDDE-7692-920532DE28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756F8-345C-F069-CFEF-B1FA2F286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CE8159-4FC3-745A-F5B5-B30036FE6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ACE29-4AA2-1D1B-F876-B5D4F6EA9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3506553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9AD697-4A2D-6986-9B85-3538281EFB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38171-43D9-2FA8-2567-8F439B8E8B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5D6014-B110-DDC7-38C3-E9A373E40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49DF84-D769-00FC-F6C6-1B1476E7C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AD371-131F-DDDE-958C-B6758209A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4445011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Rectangle"/>
          <p:cNvSpPr/>
          <p:nvPr/>
        </p:nvSpPr>
        <p:spPr>
          <a:xfrm>
            <a:off x="-6350" y="-12700"/>
            <a:ext cx="12204700" cy="6883400"/>
          </a:xfrm>
          <a:prstGeom prst="rect">
            <a:avLst/>
          </a:prstGeom>
          <a:solidFill>
            <a:srgbClr val="737476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l" defTabSz="207716">
              <a:lnSpc>
                <a:spcPct val="120000"/>
              </a:lnSpc>
              <a:spcBef>
                <a:spcPts val="0"/>
              </a:spcBef>
              <a:defRPr sz="2800" spc="-56">
                <a:solidFill>
                  <a:srgbClr val="FFFFFF"/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400" dirty="0"/>
          </a:p>
        </p:txBody>
      </p:sp>
      <p:sp>
        <p:nvSpPr>
          <p:cNvPr id="405" name="Rectangle"/>
          <p:cNvSpPr/>
          <p:nvPr userDrawn="1"/>
        </p:nvSpPr>
        <p:spPr>
          <a:xfrm>
            <a:off x="327660" y="290830"/>
            <a:ext cx="11536680" cy="627634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207716">
              <a:lnSpc>
                <a:spcPct val="120000"/>
              </a:lnSpc>
              <a:spcBef>
                <a:spcPts val="0"/>
              </a:spcBef>
              <a:defRPr sz="3000" spc="-59">
                <a:solidFill>
                  <a:schemeClr val="accent5">
                    <a:hueOff val="-246905"/>
                    <a:satOff val="-77181"/>
                    <a:lumOff val="20457"/>
                  </a:schemeClr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500" dirty="0"/>
          </a:p>
        </p:txBody>
      </p:sp>
      <p:sp>
        <p:nvSpPr>
          <p:cNvPr id="407" name="Content Title"/>
          <p:cNvSpPr txBox="1">
            <a:spLocks noGrp="1"/>
          </p:cNvSpPr>
          <p:nvPr>
            <p:ph type="title" hasCustomPrompt="1"/>
          </p:nvPr>
        </p:nvSpPr>
        <p:spPr>
          <a:xfrm>
            <a:off x="1028700" y="457265"/>
            <a:ext cx="10134600" cy="909701"/>
          </a:xfrm>
          <a:prstGeom prst="rect">
            <a:avLst/>
          </a:prstGeom>
        </p:spPr>
        <p:txBody>
          <a:bodyPr anchor="ctr"/>
          <a:lstStyle>
            <a:lvl1pPr algn="l">
              <a:defRPr sz="4000" b="1">
                <a:solidFill>
                  <a:srgbClr val="737476"/>
                </a:solidFill>
                <a:latin typeface="+mj-lt"/>
              </a:defRPr>
            </a:lvl1pPr>
          </a:lstStyle>
          <a:p>
            <a:r>
              <a:rPr dirty="0"/>
              <a:t>Content Title</a:t>
            </a:r>
          </a:p>
        </p:txBody>
      </p:sp>
      <p:sp>
        <p:nvSpPr>
          <p:cNvPr id="4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 dirty="0"/>
          </a:p>
        </p:txBody>
      </p:sp>
      <p:sp>
        <p:nvSpPr>
          <p:cNvPr id="3" name="Body Level One…">
            <a:extLst>
              <a:ext uri="{FF2B5EF4-FFF2-40B4-BE49-F238E27FC236}">
                <a16:creationId xmlns:a16="http://schemas.microsoft.com/office/drawing/2014/main" id="{30CDAFA4-4CF5-7267-C176-CA9BC1FBF075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1028019" y="1844041"/>
            <a:ext cx="10135963" cy="3956502"/>
          </a:xfrm>
          <a:prstGeom prst="rect">
            <a:avLst/>
          </a:prstGeom>
        </p:spPr>
        <p:txBody>
          <a:bodyPr anchor="t"/>
          <a:lstStyle>
            <a:lvl1pPr marL="222250" indent="-222250" algn="l" defTabSz="1219169">
              <a:lnSpc>
                <a:spcPct val="100000"/>
              </a:lnSpc>
              <a:spcBef>
                <a:spcPts val="2100"/>
              </a:spcBef>
              <a:buSzPct val="100000"/>
              <a:buChar char="•"/>
              <a:defRPr sz="20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1pPr>
            <a:lvl2pPr marL="444500" indent="-222250" algn="l" defTabSz="1219169">
              <a:lnSpc>
                <a:spcPct val="100000"/>
              </a:lnSpc>
              <a:spcBef>
                <a:spcPts val="2100"/>
              </a:spcBef>
              <a:buSzPct val="100000"/>
              <a:buChar char="•"/>
              <a:defRPr sz="18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2pPr>
            <a:lvl3pPr marL="815975" indent="-371475" algn="l" defTabSz="1219169">
              <a:lnSpc>
                <a:spcPct val="100000"/>
              </a:lnSpc>
              <a:spcBef>
                <a:spcPts val="2100"/>
              </a:spcBef>
              <a:buSzPct val="100000"/>
              <a:buFont typeface="Arial" panose="020B0604020202020204" pitchFamily="34" charset="0"/>
              <a:buChar char="•"/>
              <a:defRPr sz="16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3pPr>
            <a:lvl4pPr marL="889000" indent="-222250" algn="l" defTabSz="1219169">
              <a:lnSpc>
                <a:spcPct val="80000"/>
              </a:lnSpc>
              <a:spcBef>
                <a:spcPts val="2100"/>
              </a:spcBef>
              <a:buSzPct val="100000"/>
              <a:buChar char="•"/>
              <a:defRPr sz="14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4pPr>
            <a:lvl5pPr marL="1111250" indent="-222250" algn="l" defTabSz="1219169">
              <a:lnSpc>
                <a:spcPct val="80000"/>
              </a:lnSpc>
              <a:spcBef>
                <a:spcPts val="2100"/>
              </a:spcBef>
              <a:buSzPct val="100000"/>
              <a:buChar char="•"/>
              <a:defRPr sz="20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5pPr>
          </a:lstStyle>
          <a:p>
            <a:pPr lvl="0"/>
            <a:r>
              <a:rPr lang="en-US" dirty="0"/>
              <a:t>Main 1</a:t>
            </a:r>
          </a:p>
          <a:p>
            <a:pPr lvl="0"/>
            <a:r>
              <a:rPr lang="en-US" dirty="0"/>
              <a:t>Main 2</a:t>
            </a:r>
          </a:p>
          <a:p>
            <a:pPr lvl="1"/>
            <a:r>
              <a:rPr lang="en-US" dirty="0"/>
              <a:t>Sub 1 </a:t>
            </a:r>
          </a:p>
          <a:p>
            <a:pPr lvl="1"/>
            <a:r>
              <a:rPr lang="en-US" dirty="0"/>
              <a:t>Sub 2</a:t>
            </a:r>
          </a:p>
          <a:p>
            <a:pPr lvl="2"/>
            <a:r>
              <a:rPr lang="en-US" dirty="0"/>
              <a:t>Sub 2a</a:t>
            </a:r>
          </a:p>
          <a:p>
            <a:pPr lvl="2"/>
            <a:r>
              <a:rPr lang="en-US" dirty="0"/>
              <a:t>Sub 2b</a:t>
            </a:r>
          </a:p>
          <a:p>
            <a:pPr lvl="3"/>
            <a:r>
              <a:rPr lang="en-US" dirty="0"/>
              <a:t>Sub 2bi</a:t>
            </a:r>
            <a:endParaRPr dirty="0"/>
          </a:p>
          <a:p>
            <a:pPr lvl="2"/>
            <a:endParaRPr dirty="0"/>
          </a:p>
          <a:p>
            <a:pPr lvl="3"/>
            <a:endParaRPr dirty="0"/>
          </a:p>
          <a:p>
            <a:pPr lvl="4"/>
            <a:endParaRPr dirty="0"/>
          </a:p>
        </p:txBody>
      </p:sp>
      <p:pic>
        <p:nvPicPr>
          <p:cNvPr id="4" name="Picture 3" descr="A picture containing silhouette, plant&#10;&#10;Description automatically generated">
            <a:extLst>
              <a:ext uri="{FF2B5EF4-FFF2-40B4-BE49-F238E27FC236}">
                <a16:creationId xmlns:a16="http://schemas.microsoft.com/office/drawing/2014/main" id="{6A47F707-7F7A-44F1-E09F-E04DC1C563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93502" y="6104072"/>
            <a:ext cx="1649987" cy="402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506881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v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"/>
          <p:cNvSpPr/>
          <p:nvPr/>
        </p:nvSpPr>
        <p:spPr>
          <a:xfrm>
            <a:off x="-6350" y="-12700"/>
            <a:ext cx="12204700" cy="6883400"/>
          </a:xfrm>
          <a:prstGeom prst="rect">
            <a:avLst/>
          </a:prstGeom>
          <a:solidFill>
            <a:srgbClr val="737476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l" defTabSz="207716">
              <a:lnSpc>
                <a:spcPct val="120000"/>
              </a:lnSpc>
              <a:spcBef>
                <a:spcPts val="0"/>
              </a:spcBef>
              <a:defRPr sz="2800" spc="-56">
                <a:solidFill>
                  <a:srgbClr val="FFFFFF"/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400" dirty="0"/>
          </a:p>
        </p:txBody>
      </p:sp>
      <p:pic>
        <p:nvPicPr>
          <p:cNvPr id="85" name="Image" descr="Image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30648" y="3106005"/>
            <a:ext cx="3949909" cy="645991"/>
          </a:xfrm>
          <a:prstGeom prst="rect">
            <a:avLst/>
          </a:prstGeom>
          <a:ln w="12700">
            <a:miter lim="400000"/>
          </a:ln>
        </p:spPr>
      </p:pic>
      <p:sp>
        <p:nvSpPr>
          <p:cNvPr id="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45446284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98BBD4-2A27-8653-4250-BB052B395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7645A3-F900-023C-0932-F612D4843B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3EE3A-86E7-9D84-B7DB-F8FE93D638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1A4C2-6A03-78A6-9DF6-02F8AE102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1D04D0-6DF8-65BA-0D8D-76201F53B6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970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ransition spd="med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58C759-B4D3-1D90-C69F-F9AF52F8E206}"/>
              </a:ext>
            </a:extLst>
          </p:cNvPr>
          <p:cNvSpPr txBox="1"/>
          <p:nvPr/>
        </p:nvSpPr>
        <p:spPr>
          <a:xfrm>
            <a:off x="951685" y="1034993"/>
            <a:ext cx="5760011" cy="253915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ctr">
            <a:spAutoFit/>
          </a:bodyPr>
          <a:lstStyle/>
          <a:p>
            <a:pPr algn="ctr" defTabSz="177800" hangingPunct="0">
              <a:lnSpc>
                <a:spcPct val="90000"/>
              </a:lnSpc>
              <a:spcBef>
                <a:spcPts val="600"/>
              </a:spcBef>
            </a:pPr>
            <a:r>
              <a:rPr sz="4000" dirty="0">
                <a:latin typeface="Calibri (body)"/>
              </a:rPr>
              <a:t>Meritage 3-Seater Sofa</a:t>
            </a:r>
            <a:endParaRPr lang="en-US" sz="4000" dirty="0">
              <a:latin typeface="Calibri (body)"/>
            </a:endParaRPr>
          </a:p>
          <a:p>
            <a:pPr algn="ctr" defTabSz="177800" hangingPunct="0">
              <a:lnSpc>
                <a:spcPct val="90000"/>
              </a:lnSpc>
              <a:spcBef>
                <a:spcPts val="600"/>
              </a:spcBef>
            </a:pPr>
            <a:endParaRPr sz="4000" dirty="0">
              <a:latin typeface="Calibri (body)"/>
            </a:endParaRPr>
          </a:p>
          <a:p>
            <a:pPr algn="ctr"/>
            <a:r>
              <a:rPr sz="4000" dirty="0">
                <a:latin typeface="Calibri (body)"/>
              </a:rPr>
              <a:t>Engineering Improvement Plan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64F3D6-6317-85ED-5F90-EDE4B30CCE7A}"/>
              </a:ext>
            </a:extLst>
          </p:cNvPr>
          <p:cNvSpPr txBox="1"/>
          <p:nvPr/>
        </p:nvSpPr>
        <p:spPr>
          <a:xfrm>
            <a:off x="2250132" y="3896528"/>
            <a:ext cx="3163115" cy="10864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ctr">
            <a:spAutoFit/>
          </a:bodyPr>
          <a:lstStyle/>
          <a:p>
            <a:pPr algn="ctr"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3200" b="1" dirty="0">
                <a:solidFill>
                  <a:schemeClr val="bg1"/>
                </a:solidFill>
                <a:latin typeface="+mj-lt"/>
              </a:rPr>
              <a:t>Douglas O'Keefe</a:t>
            </a:r>
            <a:endParaRPr lang="en-US" sz="3200" b="1" dirty="0">
              <a:solidFill>
                <a:schemeClr val="bg1"/>
              </a:solidFill>
              <a:latin typeface="+mj-lt"/>
              <a:ea typeface="Proxima Nova Medium"/>
              <a:cs typeface="Proxima Nova Medium"/>
            </a:endParaRPr>
          </a:p>
          <a:p>
            <a:pPr algn="ctr"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3200" b="1" dirty="0">
                <a:solidFill>
                  <a:schemeClr val="bg1"/>
                </a:solidFill>
                <a:latin typeface="+mj-lt"/>
              </a:rPr>
              <a:t>06/18/2026</a:t>
            </a:r>
            <a:endParaRPr lang="en-US" sz="3200" b="1" dirty="0">
              <a:solidFill>
                <a:schemeClr val="bg1"/>
              </a:solidFill>
              <a:latin typeface="+mj-lt"/>
              <a:ea typeface="Proxima Nova Medium"/>
              <a:cs typeface="Proxima Nova Medium"/>
            </a:endParaRPr>
          </a:p>
        </p:txBody>
      </p:sp>
    </p:spTree>
    <p:extLst>
      <p:ext uri="{BB962C8B-B14F-4D97-AF65-F5344CB8AC3E}">
        <p14:creationId xmlns:p14="http://schemas.microsoft.com/office/powerpoint/2010/main" val="1061378831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Agenda — Meritage 3-Seater (Engineering)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dirty="0"/>
              <a:t>Improvement plan (4 engineering fixes)</a:t>
            </a:r>
          </a:p>
          <a:p>
            <a:r>
              <a:rPr dirty="0"/>
              <a:t>Deep dive 1 — Connector BOM &amp; </a:t>
            </a:r>
            <a:r>
              <a:rPr lang="en-US" dirty="0"/>
              <a:t>CAD gap</a:t>
            </a:r>
            <a:r>
              <a:rPr dirty="0"/>
              <a:t> (3 real types)</a:t>
            </a:r>
          </a:p>
          <a:p>
            <a:r>
              <a:rPr dirty="0"/>
              <a:t>Deep dive 2 — Eliminate connector screw swaps &amp; reorientation</a:t>
            </a:r>
          </a:p>
          <a:p>
            <a:r>
              <a:rPr dirty="0"/>
              <a:t>Deep dive 3 — Pre-drill connector holes (seat-frame bottleneck)</a:t>
            </a:r>
          </a:p>
          <a:p>
            <a:r>
              <a:rPr dirty="0"/>
              <a:t>Deep dive 4 — Receive leg pieces pre-assembled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286DB-EDE1-DEC7-DC0D-763C524AD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is this so important?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9D4850-7F7A-6C0D-1D28-822BCCDADA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Operator 1 spends most of her time on this product doing nothing but removing and replacing screws. A simple BOM fix from engineering pays back that time on every single unit built from that point forward.</a:t>
            </a:r>
          </a:p>
          <a:p>
            <a:r>
              <a:rPr lang="en-US" dirty="0"/>
              <a:t>All Meritage product lines share the same connector system, this is not isolated to the 3-Seater Sofa.</a:t>
            </a:r>
          </a:p>
          <a:p>
            <a:r>
              <a:rPr lang="en-US" dirty="0"/>
              <a:t>A single BOM correction and supply chain adjustment in Vietnam translates to reduced assembly time across a significant portion of Tuuci's total furniture output.</a:t>
            </a:r>
          </a:p>
          <a:p>
            <a:r>
              <a:rPr lang="en-US" dirty="0"/>
              <a:t>These are not one-time fixes; they are systemic improvements with compounding impact as volume grows.</a:t>
            </a:r>
          </a:p>
        </p:txBody>
      </p:sp>
    </p:spTree>
    <p:extLst>
      <p:ext uri="{BB962C8B-B14F-4D97-AF65-F5344CB8AC3E}">
        <p14:creationId xmlns:p14="http://schemas.microsoft.com/office/powerpoint/2010/main" val="1417742777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F6A0-47EF-52F0-F471-A3C9F254E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9215" y="803276"/>
            <a:ext cx="4933569" cy="909701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Improvements: </a:t>
            </a:r>
            <a:r>
              <a:rPr lang="en-US" dirty="0">
                <a:solidFill>
                  <a:schemeClr val="accent1"/>
                </a:solidFill>
              </a:rPr>
              <a:t>Meritage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09034-701E-75E5-9BB2-7BA8BB756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8017" y="2171374"/>
            <a:ext cx="10135963" cy="395650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Assign different connector types part numbers. Currently, the 3 different types of Meritage connectors arrive the same way (only one design is being sent to Vietnam), and two types have the same part number in the BOM. </a:t>
            </a:r>
            <a:endParaRPr lang="en-US" b="1" dirty="0"/>
          </a:p>
          <a:p>
            <a:r>
              <a:rPr dirty="0"/>
              <a:t>Eliminate connector screw swaps &amp; reorientation</a:t>
            </a:r>
            <a:r>
              <a:rPr lang="en-US" dirty="0"/>
              <a:t>: </a:t>
            </a:r>
            <a:r>
              <a:rPr dirty="0"/>
              <a:t>recovers ~</a:t>
            </a:r>
            <a:r>
              <a:rPr lang="en-US" dirty="0"/>
              <a:t>1</a:t>
            </a:r>
            <a:r>
              <a:rPr dirty="0"/>
              <a:t>1:40 of labor per unit to redeploy elsewhere</a:t>
            </a:r>
            <a:r>
              <a:rPr lang="en-US" dirty="0"/>
              <a:t>. Connectors are arriving with the incorrect screws and costing operators a ton of time on the floor to correct them. </a:t>
            </a:r>
          </a:p>
          <a:p>
            <a:r>
              <a:rPr dirty="0"/>
              <a:t>Pre-drill connector holes for screw entry</a:t>
            </a:r>
            <a:r>
              <a:rPr lang="en-US" dirty="0"/>
              <a:t> (for leg piece insertion): </a:t>
            </a:r>
            <a:r>
              <a:rPr dirty="0"/>
              <a:t>saves </a:t>
            </a:r>
            <a:r>
              <a:rPr lang="en-US" dirty="0"/>
              <a:t> at least 6</a:t>
            </a:r>
            <a:r>
              <a:rPr dirty="0"/>
              <a:t> min per frame assembly (seat-frame assembly is a top bottleneck)</a:t>
            </a:r>
            <a:r>
              <a:rPr lang="en-US" dirty="0"/>
              <a:t>. </a:t>
            </a:r>
            <a:endParaRPr dirty="0"/>
          </a:p>
          <a:p>
            <a:r>
              <a:rPr dirty="0"/>
              <a:t>Receive leg pieces pre-assembled from manufacturing</a:t>
            </a:r>
            <a:r>
              <a:rPr lang="en-US" dirty="0"/>
              <a:t>: There are two types of leg pieces. One of them being used 90% of the time. That one should be outsourced. The only potential issue is paint.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4426848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8B226-9A89-9304-1A25-AEF1DA9AB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7194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 dirty="0">
                <a:latin typeface="+mj-lt"/>
                <a:ea typeface="+mj-ea"/>
                <a:cs typeface="+mj-cs"/>
              </a:rPr>
              <a:t>Meritage Flat connectors (Classic type #1)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F1AAEE-0BC7-5C08-3BA8-A92ABB4F8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098668" y="479191"/>
            <a:ext cx="4810728" cy="6612687"/>
          </a:xfrm>
          <a:prstGeom prst="rect">
            <a:avLst/>
          </a:prstGeom>
          <a:noFill/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EA6FA5-66E3-EEAD-E092-E4A55E303B4D}"/>
              </a:ext>
            </a:extLst>
          </p:cNvPr>
          <p:cNvSpPr txBox="1"/>
          <p:nvPr/>
        </p:nvSpPr>
        <p:spPr>
          <a:xfrm>
            <a:off x="6958584" y="1380169"/>
            <a:ext cx="4919472" cy="533063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These are the CAD drawings of the flat Meritage connectors used for the seat frame. 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The CAD drawing states the part   # is 1012553 but in reality it is 1015301 (how it appears in the BOM and the floor)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The operator on the floor currently removes the </a:t>
            </a:r>
            <a:r>
              <a:rPr lang="en-US" sz="2400" u="sng" dirty="0"/>
              <a:t>40200</a:t>
            </a:r>
            <a:r>
              <a:rPr lang="en-US" sz="2400" dirty="0"/>
              <a:t> screw (shown in the drawing) from every single one of these connectors that arrives from Vietnam and replaces it with the </a:t>
            </a:r>
            <a:r>
              <a:rPr lang="en-US" sz="2400" u="sng" dirty="0"/>
              <a:t>1012919</a:t>
            </a:r>
            <a:r>
              <a:rPr lang="en-US" sz="2400" dirty="0"/>
              <a:t> screw. There is no reason it should be arriving with the wrong screw. </a:t>
            </a:r>
          </a:p>
        </p:txBody>
      </p:sp>
    </p:spTree>
    <p:extLst>
      <p:ext uri="{BB962C8B-B14F-4D97-AF65-F5344CB8AC3E}">
        <p14:creationId xmlns:p14="http://schemas.microsoft.com/office/powerpoint/2010/main" val="287309205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A8CCF-0BEE-592C-0047-DCFE66F60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4BBD6-317F-7571-308B-BDCBC58CD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7194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400" kern="1200" dirty="0">
                <a:latin typeface="+mj-lt"/>
                <a:ea typeface="+mj-ea"/>
                <a:cs typeface="+mj-cs"/>
              </a:rPr>
              <a:t>Meritage Flat connectors </a:t>
            </a:r>
            <a:br>
              <a:rPr lang="en-US" sz="2400" kern="1200" dirty="0">
                <a:latin typeface="+mj-lt"/>
                <a:ea typeface="+mj-ea"/>
                <a:cs typeface="+mj-cs"/>
              </a:rPr>
            </a:br>
            <a:r>
              <a:rPr lang="en-US" sz="2400" kern="1200" dirty="0">
                <a:latin typeface="+mj-lt"/>
                <a:ea typeface="+mj-ea"/>
                <a:cs typeface="+mj-cs"/>
              </a:rPr>
              <a:t>(Type #2 which is split between left and right)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33A5F5-A5B4-5D94-E776-3E1A618C5595}"/>
              </a:ext>
            </a:extLst>
          </p:cNvPr>
          <p:cNvSpPr txBox="1"/>
          <p:nvPr/>
        </p:nvSpPr>
        <p:spPr>
          <a:xfrm>
            <a:off x="7010400" y="1696686"/>
            <a:ext cx="518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endParaRPr lang="en-US" sz="2800" dirty="0"/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The CAD drawing states the part # is 1012553 but in reality it is 1015302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This connector arrives with the </a:t>
            </a:r>
            <a:r>
              <a:rPr lang="en-US" sz="2800" u="sng" dirty="0"/>
              <a:t>1012934 </a:t>
            </a:r>
            <a:r>
              <a:rPr lang="en-US" sz="2800" dirty="0"/>
              <a:t>screw, and the operator currently removes that screw and replaces it with </a:t>
            </a:r>
            <a:r>
              <a:rPr lang="en-US" sz="2800" u="sng" dirty="0"/>
              <a:t>40204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Half of these also need to have their orientation (which side the screw enters through) flipped which could be avoided by giving each side its own part # and design in the BOM.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3077096-1A28-D4E8-DA0C-8A588AC04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763479" y="951945"/>
            <a:ext cx="5220090" cy="6297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856636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Fix #1: </a:t>
            </a:r>
            <a:r>
              <a:rPr dirty="0"/>
              <a:t>First Step to Pre-Assembly: Fix the Connector BOM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3460" y="1607826"/>
            <a:ext cx="10149840" cy="839525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 dirty="0">
                <a:solidFill>
                  <a:srgbClr val="262626"/>
                </a:solidFill>
                <a:latin typeface="Calibri"/>
              </a:rPr>
              <a:t>The first step to getting connectors pre-assembled in Vietnam: 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give each connector its own part number in the BOM.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Today all three connectors arrive from Vietnam as </a:t>
            </a:r>
            <a:r>
              <a:rPr sz="1400" b="1" i="0" dirty="0">
                <a:solidFill>
                  <a:srgbClr val="843C0C"/>
                </a:solidFill>
                <a:latin typeface="Calibri"/>
              </a:rPr>
              <a:t>one generic type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, then get swapped and reconfigured by hand on the line.</a:t>
            </a:r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 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The BOM lists 2 connector types — but there are really 3: front ×2 (1015301), back-left (1015302), back-right (1016592).</a:t>
            </a:r>
            <a:r>
              <a:rPr sz="1400" b="1" i="0" dirty="0">
                <a:solidFill>
                  <a:srgbClr val="843C0C"/>
                </a:solidFill>
                <a:latin typeface="Calibri"/>
              </a:rPr>
              <a:t/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4160520"/>
            <a:ext cx="10268712" cy="1965960"/>
          </a:xfrm>
          <a:prstGeom prst="rect">
            <a:avLst/>
          </a:prstGeom>
          <a:solidFill>
            <a:srgbClr val="FBF3E0"/>
          </a:solidFill>
          <a:ln w="9525">
            <a:solidFill>
              <a:srgbClr val="E6C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1024128" y="4160519"/>
            <a:ext cx="100584" cy="1965959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280160" y="4297680"/>
            <a:ext cx="9692640" cy="1800429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b="1" sz="1500">
                <a:solidFill>
                  <a:srgbClr val="15263A"/>
                </a:solidFill>
                <a:latin typeface="Arial"/>
              </a:rPr>
              <a:t>The work is already done — this is a BOM + file-handoff fix, not new engineering.</a:t>
            </a:r>
          </a:p>
          <a:p>
            <a:r>
              <a:rPr sz="1400">
                <a:solidFill>
                  <a:srgbClr val="202020"/>
                </a:solidFill>
                <a:latin typeface="Arial"/>
              </a:rPr>
              <a:t>The seat frame sub-assembly drawings (e.g. TU_523) are the only place where each connector is correctly identified with its own design and part number. Engineering does not need to create anything new — the work is already done in SolidWorks. The fix is updating the BOM and sending Vietnam the correct design file for each of the 3 connector types separately.</a:t>
            </a:r>
          </a:p>
        </p:txBody>
      </p:sp>
      <p:sp>
        <p:nvSpPr>
          <p:cNvPr id="8" name="Callout CAD"/>
          <p:cNvSpPr/>
          <p:nvPr/>
        </p:nvSpPr>
        <p:spPr>
          <a:xfrm>
            <a:off x="1024128" y="2788920"/>
            <a:ext cx="8595360" cy="1051560"/>
          </a:xfrm>
          <a:prstGeom prst="roundRect">
            <a:avLst/>
          </a:prstGeom>
          <a:solidFill>
            <a:srgbClr val="FBF1DD"/>
          </a:solidFill>
          <a:ln w="25400">
            <a:solidFill>
              <a:srgbClr val="B35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/>
            <a:r>
              <a:rPr sz="1500" b="0">
                <a:solidFill>
                  <a:srgbClr val="202020"/>
                </a:solidFill>
                <a:latin typeface="Arial"/>
              </a:rPr>
              <a:t>⚠  CAD drawing lists part number </a:t>
            </a:r>
            <a:r>
              <a:rPr sz="1500" b="1">
                <a:solidFill>
                  <a:srgbClr val="B3502E"/>
                </a:solidFill>
                <a:latin typeface="Arial"/>
              </a:rPr>
              <a:t>1012553</a:t>
            </a:r>
            <a:r>
              <a:rPr sz="1500" b="0">
                <a:solidFill>
                  <a:srgbClr val="202020"/>
                </a:solidFill>
                <a:latin typeface="Arial"/>
              </a:rPr>
              <a:t>.  The actual part number on the floor and in the BOM is </a:t>
            </a:r>
            <a:r>
              <a:rPr sz="1500" b="1">
                <a:solidFill>
                  <a:srgbClr val="2F7D52"/>
                </a:solidFill>
                <a:latin typeface="Arial"/>
              </a:rPr>
              <a:t>1015301</a:t>
            </a:r>
            <a:r>
              <a:rPr sz="1500" b="0">
                <a:solidFill>
                  <a:srgbClr val="20202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Fix</a:t>
            </a:r>
            <a:r>
              <a:rPr lang="en-US" dirty="0"/>
              <a:t> # 1: </a:t>
            </a:r>
            <a:r>
              <a:rPr dirty="0"/>
              <a:t>Eliminate Connector Screw Swaps &amp; Reorientation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 fontScale="92500" lnSpcReduction="20000"/>
          </a:bodyPr>
          <a:lstStyle/>
          <a:p>
            <a:r>
              <a:rPr dirty="0"/>
              <a:t>Problem: every connector arrives from Vietnam as one generic type, so Operator 1 hand-reworks each one before use.</a:t>
            </a:r>
          </a:p>
          <a:p>
            <a:pPr lvl="1"/>
            <a:r>
              <a:rPr dirty="0"/>
              <a:t>Type #1 (front, x2): operator removes the 40200 screw and replaces it with 1012919 on every connector.</a:t>
            </a:r>
          </a:p>
          <a:p>
            <a:pPr lvl="1"/>
            <a:r>
              <a:rPr dirty="0"/>
              <a:t>Type #2 (back, left/right): arrives with 1012934; operator removes it and replaces with 40204.</a:t>
            </a:r>
          </a:p>
          <a:p>
            <a:pPr lvl="1"/>
            <a:r>
              <a:rPr dirty="0"/>
              <a:t>Half of Type #2 also need their orientation flipped by hand</a:t>
            </a:r>
            <a:r>
              <a:rPr lang="en-US" dirty="0"/>
              <a:t>, very</a:t>
            </a:r>
            <a:r>
              <a:rPr dirty="0"/>
              <a:t> avoidable.</a:t>
            </a:r>
          </a:p>
          <a:p>
            <a:r>
              <a:rPr dirty="0"/>
              <a:t>Impact: this rework burns ~11 min 40 sec of labor per unit that adds zero value.</a:t>
            </a:r>
          </a:p>
          <a:p>
            <a:r>
              <a:rPr dirty="0"/>
              <a:t>Fix: order each connector under its own part number</a:t>
            </a:r>
            <a:r>
              <a:rPr lang="en-US" dirty="0"/>
              <a:t> and design,</a:t>
            </a:r>
            <a:r>
              <a:rPr dirty="0"/>
              <a:t> so Vietnam ships it already configured</a:t>
            </a:r>
            <a:r>
              <a:rPr lang="en-US" dirty="0"/>
              <a:t>: </a:t>
            </a:r>
            <a:r>
              <a:rPr dirty="0"/>
              <a:t> front / back-left / back-right.</a:t>
            </a:r>
          </a:p>
          <a:p>
            <a:r>
              <a:rPr dirty="0"/>
              <a:t>Result: ~11:40 of labor per unit recovered to redeploy onto the bottleneck stations.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Fix</a:t>
            </a:r>
            <a:r>
              <a:rPr lang="en-US" dirty="0"/>
              <a:t> #2: </a:t>
            </a:r>
            <a:r>
              <a:rPr dirty="0"/>
              <a:t>Pre-Drill Connector Holes for Leg Insertion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7395" y="1450748"/>
            <a:ext cx="4842429" cy="4867755"/>
          </a:xfrm>
        </p:spPr>
        <p:txBody>
          <a:bodyPr wrap="square">
            <a:normAutofit fontScale="92500" lnSpcReduction="20000"/>
          </a:bodyPr>
          <a:lstStyle/>
          <a:p>
            <a:r>
              <a:rPr dirty="0"/>
              <a:t>Problem: connector holes are not pre-drilled for screw entry, so operators </a:t>
            </a:r>
            <a:r>
              <a:rPr lang="en-US" dirty="0"/>
              <a:t>must manually drill 4 holes into the flat Meritage  connectors for</a:t>
            </a:r>
            <a:r>
              <a:rPr dirty="0"/>
              <a:t> leg-piece insertion during seat-frame assembly.</a:t>
            </a:r>
          </a:p>
          <a:p>
            <a:pPr lvl="1"/>
            <a:r>
              <a:rPr dirty="0"/>
              <a:t>Seat-frame assembly is a top bottleneck</a:t>
            </a:r>
            <a:r>
              <a:rPr lang="en-US" dirty="0"/>
              <a:t>,</a:t>
            </a:r>
            <a:r>
              <a:rPr dirty="0"/>
              <a:t> anything that slows it slows the whole line.</a:t>
            </a:r>
          </a:p>
          <a:p>
            <a:r>
              <a:rPr dirty="0"/>
              <a:t>Fix: </a:t>
            </a:r>
            <a:r>
              <a:rPr lang="en-US" dirty="0"/>
              <a:t>Have connectors arrive from Vietnam with holes already drilled out for leg insertion. </a:t>
            </a:r>
            <a:endParaRPr dirty="0"/>
          </a:p>
          <a:p>
            <a:r>
              <a:rPr dirty="0"/>
              <a:t>Impact: saves at least </a:t>
            </a:r>
            <a:r>
              <a:rPr lang="en-US" dirty="0"/>
              <a:t>5</a:t>
            </a:r>
            <a:r>
              <a:rPr dirty="0"/>
              <a:t> min per frame assembly, taken directly off the bottleneck.</a:t>
            </a:r>
          </a:p>
          <a:p>
            <a:r>
              <a:rPr dirty="0"/>
              <a:t>Because it hits the bottleneck, every minute saved here raises line throughput</a:t>
            </a:r>
            <a:r>
              <a:rPr lang="en-US" dirty="0"/>
              <a:t>,</a:t>
            </a:r>
            <a:r>
              <a:rPr dirty="0"/>
              <a:t> not just labor.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6864D3-2A00-1C48-422E-4697A6FA88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86" t="16019"/>
          <a:stretch>
            <a:fillRect/>
          </a:stretch>
        </p:blipFill>
        <p:spPr>
          <a:xfrm>
            <a:off x="5701353" y="1141516"/>
            <a:ext cx="3199975" cy="26837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3C2E3E4-9A4B-E68A-4984-7A1F11A264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86" t="-1434" r="9846" b="-116"/>
          <a:stretch>
            <a:fillRect/>
          </a:stretch>
        </p:blipFill>
        <p:spPr>
          <a:xfrm>
            <a:off x="9152856" y="1983315"/>
            <a:ext cx="2518999" cy="28913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CD3D78D-A03C-2396-200F-10C67F0595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52" t="2233" r="13274"/>
          <a:stretch>
            <a:fillRect/>
          </a:stretch>
        </p:blipFill>
        <p:spPr>
          <a:xfrm rot="16200000">
            <a:off x="6047464" y="3418643"/>
            <a:ext cx="2507752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340677"/>
            <a:ext cx="10134600" cy="909701"/>
          </a:xfrm>
        </p:spPr>
        <p:txBody>
          <a:bodyPr/>
          <a:lstStyle/>
          <a:p>
            <a:r>
              <a:rPr dirty="0"/>
              <a:t>Fix </a:t>
            </a:r>
            <a:r>
              <a:rPr lang="en-US" dirty="0"/>
              <a:t>#3: </a:t>
            </a:r>
            <a:r>
              <a:rPr dirty="0"/>
              <a:t>Receive Leg Pieces Pre-Assembled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251" y="1366966"/>
            <a:ext cx="5756829" cy="4869242"/>
          </a:xfrm>
        </p:spPr>
        <p:txBody>
          <a:bodyPr wrap="square">
            <a:normAutofit fontScale="85000" lnSpcReduction="10000"/>
          </a:bodyPr>
          <a:lstStyle/>
          <a:p>
            <a:r>
              <a:rPr lang="en-US" dirty="0"/>
              <a:t>Currently, the connector operator spends approximately 8 minutes per unit assembling the leg piece in-house. </a:t>
            </a:r>
          </a:p>
          <a:p>
            <a:r>
              <a:rPr dirty="0"/>
              <a:t>There are two types of leg piece; one is used ~90% of the time.</a:t>
            </a:r>
            <a:r>
              <a:rPr lang="en-US" dirty="0"/>
              <a:t> The other one has wheels and is used 10% of the time</a:t>
            </a:r>
            <a:endParaRPr dirty="0"/>
          </a:p>
          <a:p>
            <a:r>
              <a:rPr dirty="0"/>
              <a:t>Fix: outsource the high-volume (90%) leg piece </a:t>
            </a:r>
            <a:r>
              <a:rPr lang="en-US" dirty="0"/>
              <a:t>to arrive from Vietnam pre-assembled. </a:t>
            </a:r>
            <a:endParaRPr dirty="0"/>
          </a:p>
          <a:p>
            <a:pPr lvl="1"/>
            <a:r>
              <a:rPr lang="en-US" dirty="0"/>
              <a:t>Labor in Vietnam is much cheaper than assembling it here, it removes work from the bottleneck and frees up time at manufacturing and paint as well. </a:t>
            </a:r>
          </a:p>
          <a:p>
            <a:r>
              <a:rPr lang="en-US" u="sng" dirty="0"/>
              <a:t>Question for engineering: </a:t>
            </a:r>
            <a:r>
              <a:rPr lang="en-US" dirty="0"/>
              <a:t>Is the leg piece finish paintable to our spec through the Vietnam supply chain?</a:t>
            </a:r>
          </a:p>
          <a:p>
            <a:r>
              <a:rPr dirty="0"/>
              <a:t>Action: confirm paint spec / supplier finish capability, then transition the </a:t>
            </a:r>
            <a:r>
              <a:rPr lang="en-US" dirty="0"/>
              <a:t>basic</a:t>
            </a:r>
            <a:r>
              <a:rPr dirty="0"/>
              <a:t> leg piece to </a:t>
            </a:r>
            <a:r>
              <a:rPr lang="en-US" dirty="0"/>
              <a:t>arrive pre-assembled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15F578-8EE3-D68C-9336-23CBAD9081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289" y="1199648"/>
            <a:ext cx="4000892" cy="22293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7B0C9C-8ABC-A58F-3BBD-1097EEA851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6004" y="3584220"/>
            <a:ext cx="3503836" cy="24782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9381" y="303082"/>
            <a:ext cx="10134600" cy="909701"/>
          </a:xfrm>
        </p:spPr>
        <p:txBody>
          <a:bodyPr/>
          <a:lstStyle/>
          <a:p>
            <a:r>
              <a:rPr dirty="0"/>
              <a:t>Labor-Savings Roll-Up &amp; Roadmap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019" y="1212783"/>
            <a:ext cx="7777653" cy="5101389"/>
          </a:xfrm>
        </p:spPr>
        <p:txBody>
          <a:bodyPr wrap="square">
            <a:normAutofit lnSpcReduction="10000"/>
          </a:bodyPr>
          <a:lstStyle/>
          <a:p>
            <a:r>
              <a:rPr sz="1600" dirty="0"/>
              <a:t>Per-unit labor recovered (measured / estimated):</a:t>
            </a:r>
          </a:p>
          <a:p>
            <a:pPr lvl="1"/>
            <a:r>
              <a:rPr sz="1400" dirty="0"/>
              <a:t>Connector screw swaps + reorientation: ~11 min 40 sec</a:t>
            </a:r>
          </a:p>
          <a:p>
            <a:pPr lvl="1"/>
            <a:r>
              <a:rPr sz="1400" dirty="0"/>
              <a:t>Pre-drill connector holes (seat-frame): &gt;= </a:t>
            </a:r>
            <a:r>
              <a:rPr lang="en-US" sz="1400" dirty="0"/>
              <a:t>5</a:t>
            </a:r>
            <a:r>
              <a:rPr sz="1400" dirty="0"/>
              <a:t> min</a:t>
            </a:r>
          </a:p>
          <a:p>
            <a:pPr lvl="1"/>
            <a:r>
              <a:rPr sz="1400" dirty="0"/>
              <a:t>Pre-assembled leg</a:t>
            </a:r>
            <a:r>
              <a:rPr lang="en-US" sz="1400" dirty="0"/>
              <a:t>s: 8 minutes</a:t>
            </a:r>
            <a:r>
              <a:rPr sz="1400" dirty="0"/>
              <a:t>, removes steps from the line</a:t>
            </a:r>
            <a:r>
              <a:rPr lang="en-US" sz="1400" dirty="0"/>
              <a:t> and from other departments </a:t>
            </a:r>
            <a:endParaRPr sz="1400" dirty="0"/>
          </a:p>
          <a:p>
            <a:r>
              <a:rPr sz="1600" dirty="0"/>
              <a:t>Combined: ~</a:t>
            </a:r>
            <a:r>
              <a:rPr lang="en-US" sz="1600" dirty="0"/>
              <a:t>24</a:t>
            </a:r>
            <a:r>
              <a:rPr sz="1600" dirty="0"/>
              <a:t>+ min/unit recovered, concentrated on the bottleneck -&gt; directly lifts throughput.</a:t>
            </a:r>
          </a:p>
          <a:p>
            <a:r>
              <a:rPr sz="1600" dirty="0"/>
              <a:t>Roadmap:</a:t>
            </a:r>
          </a:p>
          <a:p>
            <a:pPr lvl="1"/>
            <a:r>
              <a:rPr sz="1400" dirty="0"/>
              <a:t>1) Fix the connector BOM</a:t>
            </a:r>
            <a:r>
              <a:rPr lang="en-US" sz="1400" dirty="0"/>
              <a:t>: </a:t>
            </a:r>
            <a:r>
              <a:rPr sz="1400" dirty="0"/>
              <a:t> give all 3 types their own part numbers (enables everything downstream)</a:t>
            </a:r>
          </a:p>
          <a:p>
            <a:pPr lvl="1"/>
            <a:r>
              <a:rPr sz="1400" dirty="0"/>
              <a:t>2) Move connector configuration + the 90% leg piece to pre-assembled supply from Vietnam</a:t>
            </a:r>
          </a:p>
          <a:p>
            <a:pPr lvl="1"/>
            <a:r>
              <a:rPr sz="1400" dirty="0"/>
              <a:t>3) Pre-drill connector holes</a:t>
            </a:r>
          </a:p>
          <a:p>
            <a:pPr lvl="1"/>
            <a:r>
              <a:rPr sz="1400" dirty="0"/>
              <a:t>4) Re-balance the cell to takt with the recovered labor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C51EE-4404-F777-7B7C-FE974F9CF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5238"/>
            <a:ext cx="10515600" cy="1325563"/>
          </a:xfrm>
        </p:spPr>
        <p:txBody>
          <a:bodyPr anchor="ctr">
            <a:noAutofit/>
          </a:bodyPr>
          <a:lstStyle/>
          <a:p>
            <a:r>
              <a:rPr lang="en-US" sz="2400" b="1" u="sng" dirty="0">
                <a:highlight>
                  <a:srgbClr val="FFFF00"/>
                </a:highlight>
              </a:rPr>
              <a:t>Disclaimer</a:t>
            </a:r>
            <a:r>
              <a:rPr lang="en-US" sz="2400" dirty="0"/>
              <a:t>: The replacement screws listed (1012919 and 40204) reflect what operators are currently using on the line and are confirmed to work.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They are provided as a reference baseline for what currently works, but engineering should still validate whether these are the optimal spec before formalizing in the BOM.</a:t>
            </a:r>
          </a:p>
        </p:txBody>
      </p:sp>
      <p:pic>
        <p:nvPicPr>
          <p:cNvPr id="5" name="Graphic 4" descr="Warning outline">
            <a:extLst>
              <a:ext uri="{FF2B5EF4-FFF2-40B4-BE49-F238E27FC236}">
                <a16:creationId xmlns:a16="http://schemas.microsoft.com/office/drawing/2014/main" id="{22CB8BA1-FA42-AD51-C9FF-DA3F76CF31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20331" y="2346833"/>
            <a:ext cx="435133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55122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AF93A-4DD6-283B-C6F7-6C31DAB56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5104" y="399354"/>
            <a:ext cx="8366760" cy="1856167"/>
          </a:xfrm>
        </p:spPr>
        <p:txBody>
          <a:bodyPr>
            <a:normAutofit/>
          </a:bodyPr>
          <a:lstStyle/>
          <a:p>
            <a:pPr algn="ctr"/>
            <a:r>
              <a:rPr lang="en-US" sz="5400" dirty="0"/>
              <a:t>Thank you for your time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79353B-FC39-822C-BD6F-162912C6F6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77552" y="2580132"/>
            <a:ext cx="3022773" cy="716279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3800" u="sng" dirty="0"/>
              <a:t>Any Questions?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6345487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1454</TotalTime>
  <Words>1346</Words>
  <Application>Microsoft Office PowerPoint</Application>
  <PresentationFormat>Widescreen</PresentationFormat>
  <Paragraphs>89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Calibri (body)</vt:lpstr>
      <vt:lpstr>Office Theme</vt:lpstr>
      <vt:lpstr>PowerPoint Presentation</vt:lpstr>
      <vt:lpstr>Agenda — Meritage 3-Seater (Engineering)</vt:lpstr>
      <vt:lpstr>Why is this so important? </vt:lpstr>
      <vt:lpstr>Improvements: Meritage  </vt:lpstr>
      <vt:lpstr>Meritage Flat connectors (Classic type #1)</vt:lpstr>
      <vt:lpstr>Meritage Flat connectors  (Type #2 which is split between left and right)</vt:lpstr>
      <vt:lpstr>Fix #1: First Step to Pre-Assembly: Fix the Connector BOM</vt:lpstr>
      <vt:lpstr>Fix # 1: Eliminate Connector Screw Swaps &amp; Reorientation</vt:lpstr>
      <vt:lpstr>Fix #2: Pre-Drill Connector Holes for Leg Insertion</vt:lpstr>
      <vt:lpstr>Fix #3: Receive Leg Pieces Pre-Assembled</vt:lpstr>
      <vt:lpstr>Labor-Savings Roll-Up &amp; Roadmap</vt:lpstr>
      <vt:lpstr>Disclaimer: The replacement screws listed (1012919 and 40204) reflect what operators are currently using on the line and are confirmed to work.  They are provided as a reference baseline for what currently works, but engineering should still validate whether these are the optimal spec before formalizing in the BOM.</vt:lpstr>
      <vt:lpstr>Thank you for your time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Anthony Costa</dc:creator>
  <cp:lastModifiedBy>Mac O'Keefe</cp:lastModifiedBy>
  <cp:revision>23</cp:revision>
  <dcterms:created xsi:type="dcterms:W3CDTF">2026-06-17T19:39:29Z</dcterms:created>
  <dcterms:modified xsi:type="dcterms:W3CDTF">2026-06-26T15:19:25Z</dcterms:modified>
</cp:coreProperties>
</file>