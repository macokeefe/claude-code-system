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1" r:id="rId3"/>
    <p:sldId id="312" r:id="rId4"/>
    <p:sldId id="31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1370FB-FD35-519B-7AE8-7E236CBF5376}" v="81" dt="2026-06-18T20:33:53.0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8C759-B4D3-1D90-C69F-F9AF52F8E206}"/>
              </a:ext>
            </a:extLst>
          </p:cNvPr>
          <p:cNvSpPr txBox="1"/>
          <p:nvPr/>
        </p:nvSpPr>
        <p:spPr>
          <a:xfrm>
            <a:off x="818334" y="1918624"/>
            <a:ext cx="6743753" cy="13419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440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Meritage 3 Seater Sofa </a:t>
            </a:r>
            <a:r>
              <a:rPr lang="en-US" sz="4400" dirty="0">
                <a:solidFill>
                  <a:schemeClr val="bg1"/>
                </a:solidFill>
                <a:latin typeface="+mj-lt"/>
                <a:ea typeface="Proxima Nova Medium"/>
                <a:cs typeface="Proxima Nova Medium"/>
                <a:sym typeface="Proxima Nova Medium"/>
              </a:rPr>
              <a:t>Standard Work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64F3D6-6317-85ED-5F90-EDE4B30CCE7A}"/>
              </a:ext>
            </a:extLst>
          </p:cNvPr>
          <p:cNvSpPr txBox="1"/>
          <p:nvPr/>
        </p:nvSpPr>
        <p:spPr>
          <a:xfrm>
            <a:off x="951685" y="3432307"/>
            <a:ext cx="2681287" cy="49090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ctr">
            <a:spAutoFit/>
          </a:bodyPr>
          <a:lstStyle/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Douglas O'Keefe</a:t>
            </a:r>
            <a:endParaRPr lang="en-US" b="1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  <a:p>
            <a:pPr defTabSz="177800" hangingPunct="0">
              <a:lnSpc>
                <a:spcPct val="90000"/>
              </a:lnSpc>
              <a:spcBef>
                <a:spcPts val="600"/>
              </a:spcBef>
            </a:pPr>
            <a:r>
              <a:rPr lang="en-US" sz="1050" b="1">
                <a:solidFill>
                  <a:schemeClr val="bg1"/>
                </a:solidFill>
                <a:latin typeface="+mj-lt"/>
              </a:rPr>
              <a:t>06/18/2026</a:t>
            </a:r>
            <a:endParaRPr lang="en-US" sz="1450" b="1" dirty="0">
              <a:solidFill>
                <a:schemeClr val="bg1"/>
              </a:solidFill>
              <a:latin typeface="+mj-lt"/>
              <a:ea typeface="Proxima Nova Medium"/>
              <a:cs typeface="Proxima Nova Medium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DA8FB91-CE9C-32F3-F900-6A26DC906367}"/>
              </a:ext>
            </a:extLst>
          </p:cNvPr>
          <p:cNvCxnSpPr/>
          <p:nvPr/>
        </p:nvCxnSpPr>
        <p:spPr>
          <a:xfrm>
            <a:off x="951685" y="3105805"/>
            <a:ext cx="239232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1378831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BA2AF-CBBA-1D8D-1D92-E25637041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620CB3-3005-424E-C8D0-64E65EEF95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current state standard work procedure</a:t>
            </a:r>
          </a:p>
          <a:p>
            <a:pPr lvl="1"/>
            <a:r>
              <a:rPr lang="en-US" dirty="0"/>
              <a:t>Cycle Time</a:t>
            </a:r>
          </a:p>
          <a:p>
            <a:pPr lvl="1"/>
            <a:r>
              <a:rPr lang="en-US" dirty="0"/>
              <a:t>Theoretical Output</a:t>
            </a:r>
          </a:p>
          <a:p>
            <a:pPr lvl="1"/>
            <a:r>
              <a:rPr lang="en-US" dirty="0"/>
              <a:t>Order of Operations</a:t>
            </a:r>
          </a:p>
          <a:p>
            <a:r>
              <a:rPr lang="en-US" dirty="0"/>
              <a:t>Operator Loading Chart by Task</a:t>
            </a:r>
          </a:p>
          <a:p>
            <a:r>
              <a:rPr lang="en-US" dirty="0"/>
              <a:t>Potential Improvements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058811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8A62-D0C7-6EBB-2F3B-10D179820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73628-9B98-D01A-F206-8718B5EC1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Meritage 3 seater</a:t>
            </a:r>
            <a:r>
              <a:rPr lang="en-US"/>
              <a:t> Sofa assembly labor time: 254 min </a:t>
            </a:r>
          </a:p>
          <a:p>
            <a:r>
              <a:rPr lang="en-US" dirty="0"/>
              <a:t>Theoretical output based on cycle time (41.5 min), assuming parts are available from paint.</a:t>
            </a:r>
          </a:p>
          <a:p>
            <a:pPr lvl="1"/>
            <a:r>
              <a:rPr lang="en-US" dirty="0"/>
              <a:t>~10 units per day (7 operators)</a:t>
            </a:r>
          </a:p>
          <a:p>
            <a:pPr lvl="1"/>
            <a:r>
              <a:rPr lang="en-US" dirty="0"/>
              <a:t>Takt time required (demand of 10 units): 42 min</a:t>
            </a:r>
          </a:p>
        </p:txBody>
      </p:sp>
    </p:spTree>
    <p:extLst>
      <p:ext uri="{BB962C8B-B14F-4D97-AF65-F5344CB8AC3E}">
        <p14:creationId xmlns:p14="http://schemas.microsoft.com/office/powerpoint/2010/main" val="3967448658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4F6A0-47EF-52F0-F471-A3C9F254E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9034-701E-75E5-9BB2-7BA8BB756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of Use Storage</a:t>
            </a:r>
          </a:p>
          <a:p>
            <a:r>
              <a:rPr lang="en-US" dirty="0"/>
              <a:t>Better fitment of cushions and cushion covers</a:t>
            </a:r>
          </a:p>
          <a:p>
            <a:r>
              <a:rPr lang="en-US" dirty="0"/>
              <a:t>Improved connector reliability</a:t>
            </a:r>
          </a:p>
          <a:p>
            <a:r>
              <a:rPr lang="en-US" dirty="0"/>
              <a:t>Clearer quality standards to reduce wait time between assembly and </a:t>
            </a:r>
            <a:r>
              <a:rPr lang="en-US"/>
              <a:t>packing approval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2684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110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Agenda</vt:lpstr>
      <vt:lpstr>Key Takeaways</vt:lpstr>
      <vt:lpstr>Improvements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Anthony Costa</cp:lastModifiedBy>
  <cp:revision>14</cp:revision>
  <dcterms:created xsi:type="dcterms:W3CDTF">2026-06-17T19:39:29Z</dcterms:created>
  <dcterms:modified xsi:type="dcterms:W3CDTF">2026-06-18T20:37:15Z</dcterms:modified>
</cp:coreProperties>
</file>