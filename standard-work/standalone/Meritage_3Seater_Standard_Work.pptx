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2" r:id="rId4"/>
    <p:sldId id="31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818334" y="1918624"/>
            <a:ext cx="6743753" cy="13419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440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Sofa </a:t>
            </a:r>
            <a:r>
              <a:rPr lang="en-US" sz="44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3432307"/>
            <a:ext cx="2681287" cy="49090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Douglas O'Keefe</a:t>
            </a:r>
            <a:endParaRPr lang="en-US" b="1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06/18/2026</a:t>
            </a:r>
            <a:endParaRPr lang="en-US" sz="145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DA8FB91-CE9C-32F3-F900-6A26DC906367}"/>
              </a:ext>
            </a:extLst>
          </p:cNvPr>
          <p:cNvCxnSpPr/>
          <p:nvPr/>
        </p:nvCxnSpPr>
        <p:spPr>
          <a:xfrm>
            <a:off x="951685" y="3105805"/>
            <a:ext cx="239232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current state standard work procedure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 seater</a:t>
            </a:r>
            <a:r>
              <a:rPr lang="en-US"/>
              <a:t>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of Use Storage</a:t>
            </a:r>
          </a:p>
          <a:p>
            <a:r>
              <a:rPr lang="en-US" dirty="0"/>
              <a:t>Better fitment of cushions and cushion covers</a:t>
            </a:r>
          </a:p>
          <a:p>
            <a:r>
              <a:rPr lang="en-US" dirty="0"/>
              <a:t>Improved connector reliability</a:t>
            </a:r>
          </a:p>
          <a:p>
            <a:r>
              <a:rPr lang="en-US" dirty="0"/>
              <a:t>Clearer quality standards to reduce wait time between assembly and </a:t>
            </a:r>
            <a:r>
              <a:rPr lang="en-US"/>
              <a:t>packing approval</a:t>
            </a:r>
          </a:p>
          <a:p>
            <a:pPr/>
            <a:r>
              <a:t>Eliminate connector screw swaps &amp; reorientation — recovers ~1:40 of labor per unit to redeploy elsewhere</a:t>
            </a:r>
            <a:endParaRPr lang="en-US"/>
          </a:p>
          <a:p>
            <a:pPr/>
            <a:r>
              <a:t>Pre-drill connector holes for screw entry — saves ~4 min per frame assembly (seat-frame assembly is a top bottleneck)</a:t>
            </a:r>
          </a:p>
          <a:p>
            <a:pPr/>
            <a:r>
              <a:t>Connectors pre-drilled 100% for leg pieces, and pre-drill mini-connectors where possible — improves every Meritage</a:t>
            </a:r>
          </a:p>
          <a:p>
            <a:pPr/>
            <a:r>
              <a:t>Receive leg pieces pre-assembled from manufacturing — 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110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Agenda</vt:lpstr>
      <vt:lpstr>Key Takeaways</vt:lpstr>
      <vt:lpstr>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Anthony Costa</cp:lastModifiedBy>
  <cp:revision>14</cp:revision>
  <dcterms:created xsi:type="dcterms:W3CDTF">2026-06-17T19:39:29Z</dcterms:created>
  <dcterms:modified xsi:type="dcterms:W3CDTF">2026-06-18T20:37:15Z</dcterms:modified>
</cp:coreProperties>
</file>